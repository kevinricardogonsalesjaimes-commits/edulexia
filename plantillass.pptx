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EE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99F5B-890A-4AA9-ABC7-63F8C7B4588E}" type="datetimeFigureOut">
              <a:rPr lang="es-MX" smtClean="0"/>
              <a:t>28/05/2026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13F4-595F-42AE-BD45-E0FABD240AC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04288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99F5B-890A-4AA9-ABC7-63F8C7B4588E}" type="datetimeFigureOut">
              <a:rPr lang="es-MX" smtClean="0"/>
              <a:t>28/05/2026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13F4-595F-42AE-BD45-E0FABD240AC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30371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99F5B-890A-4AA9-ABC7-63F8C7B4588E}" type="datetimeFigureOut">
              <a:rPr lang="es-MX" smtClean="0"/>
              <a:t>28/05/2026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13F4-595F-42AE-BD45-E0FABD240AC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8932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99F5B-890A-4AA9-ABC7-63F8C7B4588E}" type="datetimeFigureOut">
              <a:rPr lang="es-MX" smtClean="0"/>
              <a:t>28/05/2026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13F4-595F-42AE-BD45-E0FABD240AC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1792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99F5B-890A-4AA9-ABC7-63F8C7B4588E}" type="datetimeFigureOut">
              <a:rPr lang="es-MX" smtClean="0"/>
              <a:t>28/05/2026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13F4-595F-42AE-BD45-E0FABD240AC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24043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99F5B-890A-4AA9-ABC7-63F8C7B4588E}" type="datetimeFigureOut">
              <a:rPr lang="es-MX" smtClean="0"/>
              <a:t>28/05/2026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13F4-595F-42AE-BD45-E0FABD240AC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542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99F5B-890A-4AA9-ABC7-63F8C7B4588E}" type="datetimeFigureOut">
              <a:rPr lang="es-MX" smtClean="0"/>
              <a:t>28/05/2026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13F4-595F-42AE-BD45-E0FABD240AC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1780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99F5B-890A-4AA9-ABC7-63F8C7B4588E}" type="datetimeFigureOut">
              <a:rPr lang="es-MX" smtClean="0"/>
              <a:t>28/05/2026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13F4-595F-42AE-BD45-E0FABD240AC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2366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99F5B-890A-4AA9-ABC7-63F8C7B4588E}" type="datetimeFigureOut">
              <a:rPr lang="es-MX" smtClean="0"/>
              <a:t>28/05/2026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13F4-595F-42AE-BD45-E0FABD240AC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4238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99F5B-890A-4AA9-ABC7-63F8C7B4588E}" type="datetimeFigureOut">
              <a:rPr lang="es-MX" smtClean="0"/>
              <a:t>28/05/2026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13F4-595F-42AE-BD45-E0FABD240AC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1440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99F5B-890A-4AA9-ABC7-63F8C7B4588E}" type="datetimeFigureOut">
              <a:rPr lang="es-MX" smtClean="0"/>
              <a:t>28/05/2026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13F4-595F-42AE-BD45-E0FABD240AC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58233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99F5B-890A-4AA9-ABC7-63F8C7B4588E}" type="datetimeFigureOut">
              <a:rPr lang="es-MX" smtClean="0"/>
              <a:t>28/05/2026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513F4-595F-42AE-BD45-E0FABD240AC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33025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6510528" y="493776"/>
            <a:ext cx="1655064" cy="999744"/>
          </a:xfrm>
          <a:prstGeom prst="ellipse">
            <a:avLst/>
          </a:prstGeom>
          <a:solidFill>
            <a:srgbClr val="FCEEBB"/>
          </a:solidFill>
          <a:ln>
            <a:solidFill>
              <a:srgbClr val="FCEE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300" dirty="0" smtClean="0">
                <a:solidFill>
                  <a:schemeClr val="tx1"/>
                </a:solidFill>
                <a:latin typeface="Perpetua" panose="02020502060401020303" pitchFamily="18" charset="0"/>
              </a:rPr>
              <a:t>ACTIVIDADES</a:t>
            </a:r>
          </a:p>
        </p:txBody>
      </p:sp>
      <p:sp>
        <p:nvSpPr>
          <p:cNvPr id="5" name="Elipse 4"/>
          <p:cNvSpPr/>
          <p:nvPr/>
        </p:nvSpPr>
        <p:spPr>
          <a:xfrm>
            <a:off x="832104" y="423672"/>
            <a:ext cx="1655064" cy="999744"/>
          </a:xfrm>
          <a:prstGeom prst="ellipse">
            <a:avLst/>
          </a:prstGeom>
          <a:solidFill>
            <a:srgbClr val="FCEEBB"/>
          </a:solidFill>
          <a:ln>
            <a:solidFill>
              <a:srgbClr val="FCEE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>
                <a:solidFill>
                  <a:schemeClr val="tx1"/>
                </a:solidFill>
                <a:latin typeface="Perpetua" panose="02020502060401020303" pitchFamily="18" charset="0"/>
              </a:rPr>
              <a:t>JUEGOS</a:t>
            </a:r>
            <a:r>
              <a:rPr lang="es-MX" dirty="0" smtClean="0"/>
              <a:t> </a:t>
            </a:r>
            <a:endParaRPr lang="es-MX" dirty="0"/>
          </a:p>
        </p:txBody>
      </p:sp>
      <p:sp>
        <p:nvSpPr>
          <p:cNvPr id="6" name="Elipse 5"/>
          <p:cNvSpPr/>
          <p:nvPr/>
        </p:nvSpPr>
        <p:spPr>
          <a:xfrm>
            <a:off x="3208020" y="423672"/>
            <a:ext cx="2581656" cy="1298448"/>
          </a:xfrm>
          <a:prstGeom prst="ellipse">
            <a:avLst/>
          </a:prstGeom>
          <a:solidFill>
            <a:srgbClr val="FCEEBB"/>
          </a:solidFill>
          <a:ln>
            <a:solidFill>
              <a:srgbClr val="FCEE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>
                <a:solidFill>
                  <a:schemeClr val="tx1"/>
                </a:solidFill>
                <a:latin typeface="Perpetua" panose="02020502060401020303" pitchFamily="18" charset="0"/>
              </a:rPr>
              <a:t>TIPOS </a:t>
            </a:r>
            <a:r>
              <a:rPr lang="es-MX" dirty="0" smtClean="0">
                <a:solidFill>
                  <a:schemeClr val="tx1"/>
                </a:solidFill>
                <a:latin typeface="Perpetua" panose="02020502060401020303" pitchFamily="18" charset="0"/>
              </a:rPr>
              <a:t>DE ANALFABETISMO</a:t>
            </a:r>
            <a:endParaRPr lang="es-MX" dirty="0">
              <a:solidFill>
                <a:schemeClr val="tx1"/>
              </a:solidFill>
              <a:latin typeface="Perpetua" panose="02020502060401020303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762000" y="2115312"/>
            <a:ext cx="1655064" cy="999744"/>
          </a:xfrm>
          <a:prstGeom prst="ellipse">
            <a:avLst/>
          </a:prstGeom>
          <a:solidFill>
            <a:srgbClr val="FCEEBB"/>
          </a:solidFill>
          <a:ln>
            <a:solidFill>
              <a:srgbClr val="FCEE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>
                <a:solidFill>
                  <a:schemeClr val="tx1"/>
                </a:solidFill>
                <a:latin typeface="Perpetua" panose="02020502060401020303" pitchFamily="18" charset="0"/>
              </a:rPr>
              <a:t>JUEGO</a:t>
            </a:r>
          </a:p>
          <a:p>
            <a:pPr algn="ctr"/>
            <a:r>
              <a:rPr lang="es-MX" dirty="0" smtClean="0">
                <a:solidFill>
                  <a:schemeClr val="tx1"/>
                </a:solidFill>
                <a:latin typeface="Perpetua" panose="02020502060401020303" pitchFamily="18" charset="0"/>
              </a:rPr>
              <a:t>NIVEL 1</a:t>
            </a:r>
            <a:r>
              <a:rPr lang="es-MX" dirty="0" smtClean="0"/>
              <a:t> </a:t>
            </a:r>
            <a:endParaRPr lang="es-MX" dirty="0"/>
          </a:p>
        </p:txBody>
      </p:sp>
      <p:sp>
        <p:nvSpPr>
          <p:cNvPr id="8" name="Elipse 7"/>
          <p:cNvSpPr/>
          <p:nvPr/>
        </p:nvSpPr>
        <p:spPr>
          <a:xfrm>
            <a:off x="3758184" y="2072640"/>
            <a:ext cx="1655064" cy="999744"/>
          </a:xfrm>
          <a:prstGeom prst="ellipse">
            <a:avLst/>
          </a:prstGeom>
          <a:solidFill>
            <a:srgbClr val="FCEEBB"/>
          </a:solidFill>
          <a:ln>
            <a:solidFill>
              <a:srgbClr val="FCEE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>
                <a:solidFill>
                  <a:schemeClr val="tx1"/>
                </a:solidFill>
                <a:latin typeface="Perpetua" panose="02020502060401020303" pitchFamily="18" charset="0"/>
              </a:rPr>
              <a:t>JUEGO</a:t>
            </a:r>
          </a:p>
          <a:p>
            <a:pPr algn="ctr"/>
            <a:r>
              <a:rPr lang="es-MX" dirty="0" smtClean="0">
                <a:solidFill>
                  <a:schemeClr val="tx1"/>
                </a:solidFill>
                <a:latin typeface="Perpetua" panose="02020502060401020303" pitchFamily="18" charset="0"/>
              </a:rPr>
              <a:t>NIVEL3</a:t>
            </a:r>
            <a:endParaRPr lang="es-MX" dirty="0"/>
          </a:p>
        </p:txBody>
      </p:sp>
      <p:sp>
        <p:nvSpPr>
          <p:cNvPr id="9" name="Elipse 8"/>
          <p:cNvSpPr/>
          <p:nvPr/>
        </p:nvSpPr>
        <p:spPr>
          <a:xfrm>
            <a:off x="9259824" y="2185416"/>
            <a:ext cx="1655064" cy="999744"/>
          </a:xfrm>
          <a:prstGeom prst="ellipse">
            <a:avLst/>
          </a:prstGeom>
          <a:solidFill>
            <a:srgbClr val="FCEEBB"/>
          </a:solidFill>
          <a:ln>
            <a:solidFill>
              <a:srgbClr val="FCEE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300" dirty="0" smtClean="0">
                <a:solidFill>
                  <a:schemeClr val="tx1"/>
                </a:solidFill>
                <a:latin typeface="Perpetua" panose="02020502060401020303" pitchFamily="18" charset="0"/>
              </a:rPr>
              <a:t>ACTIVIDADE</a:t>
            </a:r>
          </a:p>
          <a:p>
            <a:pPr algn="ctr"/>
            <a:r>
              <a:rPr lang="es-MX" sz="1300" dirty="0" smtClean="0">
                <a:solidFill>
                  <a:schemeClr val="tx1"/>
                </a:solidFill>
                <a:latin typeface="Perpetua" panose="02020502060401020303" pitchFamily="18" charset="0"/>
              </a:rPr>
              <a:t>NIVEL3</a:t>
            </a:r>
            <a:r>
              <a:rPr lang="es-MX" dirty="0" smtClean="0"/>
              <a:t> </a:t>
            </a:r>
            <a:endParaRPr lang="es-MX" dirty="0"/>
          </a:p>
        </p:txBody>
      </p:sp>
      <p:sp>
        <p:nvSpPr>
          <p:cNvPr id="10" name="Elipse 9"/>
          <p:cNvSpPr/>
          <p:nvPr/>
        </p:nvSpPr>
        <p:spPr>
          <a:xfrm>
            <a:off x="8990076" y="493776"/>
            <a:ext cx="1655064" cy="999744"/>
          </a:xfrm>
          <a:prstGeom prst="ellipse">
            <a:avLst/>
          </a:prstGeom>
          <a:solidFill>
            <a:srgbClr val="FCEEBB"/>
          </a:solidFill>
          <a:ln>
            <a:solidFill>
              <a:srgbClr val="FCEE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300" dirty="0" smtClean="0">
                <a:solidFill>
                  <a:schemeClr val="tx1"/>
                </a:solidFill>
                <a:latin typeface="Perpetua" panose="02020502060401020303" pitchFamily="18" charset="0"/>
              </a:rPr>
              <a:t>ACTIVIDADE</a:t>
            </a:r>
          </a:p>
          <a:p>
            <a:pPr algn="ctr"/>
            <a:r>
              <a:rPr lang="es-MX" sz="1300" dirty="0" smtClean="0">
                <a:solidFill>
                  <a:schemeClr val="tx1"/>
                </a:solidFill>
                <a:latin typeface="Perpetua" panose="02020502060401020303" pitchFamily="18" charset="0"/>
              </a:rPr>
              <a:t>NIVEL2</a:t>
            </a:r>
            <a:endParaRPr lang="es-MX" dirty="0"/>
          </a:p>
        </p:txBody>
      </p:sp>
      <p:sp>
        <p:nvSpPr>
          <p:cNvPr id="11" name="Elipse 10"/>
          <p:cNvSpPr/>
          <p:nvPr/>
        </p:nvSpPr>
        <p:spPr>
          <a:xfrm>
            <a:off x="6605016" y="2185416"/>
            <a:ext cx="1655064" cy="999744"/>
          </a:xfrm>
          <a:prstGeom prst="ellipse">
            <a:avLst/>
          </a:prstGeom>
          <a:solidFill>
            <a:srgbClr val="FCEEBB"/>
          </a:solidFill>
          <a:ln>
            <a:solidFill>
              <a:srgbClr val="FCEE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300" dirty="0" smtClean="0">
                <a:solidFill>
                  <a:schemeClr val="tx1"/>
                </a:solidFill>
                <a:latin typeface="Perpetua" panose="02020502060401020303" pitchFamily="18" charset="0"/>
              </a:rPr>
              <a:t>ACTIVIDADE</a:t>
            </a:r>
          </a:p>
          <a:p>
            <a:pPr algn="ctr"/>
            <a:r>
              <a:rPr lang="es-MX" sz="1300" dirty="0" smtClean="0">
                <a:solidFill>
                  <a:schemeClr val="tx1"/>
                </a:solidFill>
                <a:latin typeface="Perpetua" panose="02020502060401020303" pitchFamily="18" charset="0"/>
              </a:rPr>
              <a:t>NIVEL1</a:t>
            </a:r>
            <a:endParaRPr lang="es-MX" dirty="0"/>
          </a:p>
        </p:txBody>
      </p:sp>
      <p:sp>
        <p:nvSpPr>
          <p:cNvPr id="12" name="Elipse 11"/>
          <p:cNvSpPr/>
          <p:nvPr/>
        </p:nvSpPr>
        <p:spPr>
          <a:xfrm>
            <a:off x="762000" y="4178808"/>
            <a:ext cx="1725168" cy="1060704"/>
          </a:xfrm>
          <a:prstGeom prst="ellipse">
            <a:avLst/>
          </a:prstGeom>
          <a:solidFill>
            <a:srgbClr val="FCEEBB"/>
          </a:solidFill>
          <a:ln>
            <a:solidFill>
              <a:srgbClr val="FCEE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>
                <a:solidFill>
                  <a:schemeClr val="tx1"/>
                </a:solidFill>
                <a:latin typeface="Perpetua" panose="02020502060401020303" pitchFamily="18" charset="0"/>
              </a:rPr>
              <a:t>REGRESAR</a:t>
            </a:r>
            <a:r>
              <a:rPr lang="es-MX" dirty="0" smtClean="0"/>
              <a:t>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688454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17</Words>
  <Application>Microsoft Office PowerPoint</Application>
  <PresentationFormat>Panorámica</PresentationFormat>
  <Paragraphs>14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Perpetua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yo</dc:creator>
  <cp:lastModifiedBy>yo</cp:lastModifiedBy>
  <cp:revision>6</cp:revision>
  <dcterms:created xsi:type="dcterms:W3CDTF">2026-05-09T06:49:23Z</dcterms:created>
  <dcterms:modified xsi:type="dcterms:W3CDTF">2026-05-29T00:11:00Z</dcterms:modified>
</cp:coreProperties>
</file>